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b3acef450c4dc9" /><Relationship Type="http://schemas.openxmlformats.org/officeDocument/2006/relationships/extended-properties" Target="/docProps/app.xml" Id="R06f9f57ff211485f" /><Relationship Type="http://schemas.openxmlformats.org/officeDocument/2006/relationships/officeDocument" Target="/ppt/presentation.xml" Id="R7603bd4a211f43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9291ec85934803"/>
  </p:sldMasterIdLst>
  <p:notesMasterIdLst>
    <p:notesMasterId xmlns:r="http://schemas.openxmlformats.org/officeDocument/2006/relationships" r:id="Ra961633967804754"/>
  </p:notesMasterIdLst>
  <p:sldIdLst>
    <p:sldId xmlns:r="http://schemas.openxmlformats.org/officeDocument/2006/relationships" id="256" r:id="R1082e53478ed4d63"/>
    <p:sldId xmlns:r="http://schemas.openxmlformats.org/officeDocument/2006/relationships" id="257" r:id="R520bffe409d34680"/>
    <p:sldId xmlns:r="http://schemas.openxmlformats.org/officeDocument/2006/relationships" id="258" r:id="Rc997131637524528"/>
    <p:sldId xmlns:r="http://schemas.openxmlformats.org/officeDocument/2006/relationships" id="259" r:id="Raf112e90aeaf41e8"/>
    <p:sldId xmlns:r="http://schemas.openxmlformats.org/officeDocument/2006/relationships" id="260" r:id="R9b39594f2f6c4248"/>
    <p:sldId xmlns:r="http://schemas.openxmlformats.org/officeDocument/2006/relationships" id="261" r:id="Rcceff0c740e749af"/>
    <p:sldId xmlns:r="http://schemas.openxmlformats.org/officeDocument/2006/relationships" id="262" r:id="R6de9cd5ae1d54bc5"/>
    <p:sldId xmlns:r="http://schemas.openxmlformats.org/officeDocument/2006/relationships" id="263" r:id="Rd59d1a25c56e4276"/>
    <p:sldId xmlns:r="http://schemas.openxmlformats.org/officeDocument/2006/relationships" id="264" r:id="R069fec441c16419c"/>
    <p:sldId xmlns:r="http://schemas.openxmlformats.org/officeDocument/2006/relationships" id="265" r:id="R28f88217bc584b5e"/>
    <p:sldId xmlns:r="http://schemas.openxmlformats.org/officeDocument/2006/relationships" id="266" r:id="Raf963c19841348ba"/>
    <p:sldId xmlns:r="http://schemas.openxmlformats.org/officeDocument/2006/relationships" id="267" r:id="R7a4da133c90e4428"/>
    <p:sldId xmlns:r="http://schemas.openxmlformats.org/officeDocument/2006/relationships" id="268" r:id="R865d7c6bfc7d4fc7"/>
    <p:sldId xmlns:r="http://schemas.openxmlformats.org/officeDocument/2006/relationships" id="269" r:id="R2f0a764c3dac4209"/>
    <p:sldId xmlns:r="http://schemas.openxmlformats.org/officeDocument/2006/relationships" id="270" r:id="R8d3a7aae0f8345d6"/>
    <p:sldId xmlns:r="http://schemas.openxmlformats.org/officeDocument/2006/relationships" id="271" r:id="Racb57f9bfa344794"/>
    <p:sldId xmlns:r="http://schemas.openxmlformats.org/officeDocument/2006/relationships" id="272" r:id="R517214bd54a6469d"/>
    <p:sldId xmlns:r="http://schemas.openxmlformats.org/officeDocument/2006/relationships" id="273" r:id="R3f98cbdba733485e"/>
    <p:sldId xmlns:r="http://schemas.openxmlformats.org/officeDocument/2006/relationships" id="274" r:id="Rbbddfd655ac94694"/>
    <p:sldId xmlns:r="http://schemas.openxmlformats.org/officeDocument/2006/relationships" id="275" r:id="R1b85f259d5e944e6"/>
    <p:sldId xmlns:r="http://schemas.openxmlformats.org/officeDocument/2006/relationships" id="276" r:id="R73f45e170ce74489"/>
    <p:sldId xmlns:r="http://schemas.openxmlformats.org/officeDocument/2006/relationships" id="277" r:id="Ra1ce8ce4125b477a"/>
    <p:sldId xmlns:r="http://schemas.openxmlformats.org/officeDocument/2006/relationships" id="278" r:id="Rfa44b574e13c42a8"/>
    <p:sldId xmlns:r="http://schemas.openxmlformats.org/officeDocument/2006/relationships" id="279" r:id="R61e0adc9a8154e49"/>
    <p:sldId xmlns:r="http://schemas.openxmlformats.org/officeDocument/2006/relationships" id="280" r:id="Raccdaffa348d454a"/>
    <p:sldId xmlns:r="http://schemas.openxmlformats.org/officeDocument/2006/relationships" id="281" r:id="R09d32ab34dda4d2f"/>
    <p:sldId xmlns:r="http://schemas.openxmlformats.org/officeDocument/2006/relationships" id="282" r:id="Rc6c65d83243d4785"/>
    <p:sldId xmlns:r="http://schemas.openxmlformats.org/officeDocument/2006/relationships" id="283" r:id="Rfb81f9a48cfc461f"/>
    <p:sldId xmlns:r="http://schemas.openxmlformats.org/officeDocument/2006/relationships" id="284" r:id="Re92bfd87afde4976"/>
    <p:sldId xmlns:r="http://schemas.openxmlformats.org/officeDocument/2006/relationships" id="285" r:id="R27988fee011e47dc"/>
    <p:sldId xmlns:r="http://schemas.openxmlformats.org/officeDocument/2006/relationships" id="286" r:id="R505fb55a8aea4fba"/>
    <p:sldId xmlns:r="http://schemas.openxmlformats.org/officeDocument/2006/relationships" id="287" r:id="Rd626eaeb92e34212"/>
    <p:sldId xmlns:r="http://schemas.openxmlformats.org/officeDocument/2006/relationships" id="288" r:id="R8ed54698049342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21c90da22a434c" /><Relationship Type="http://schemas.openxmlformats.org/officeDocument/2006/relationships/slideMaster" Target="/ppt/slideMasters/slideMaster1.xml" Id="R939291ec85934803" /><Relationship Type="http://schemas.openxmlformats.org/officeDocument/2006/relationships/notesMaster" Target="/ppt/notesMasters/notesMaster1.xml" Id="Ra961633967804754" /><Relationship Type="http://schemas.openxmlformats.org/officeDocument/2006/relationships/presProps" Target="/ppt/presProps.xml" Id="R2843678e02a14bb8" /><Relationship Type="http://schemas.openxmlformats.org/officeDocument/2006/relationships/tableStyles" Target="/ppt/tableStyles.xml" Id="Re138396a0ac14c17" /><Relationship Type="http://schemas.openxmlformats.org/officeDocument/2006/relationships/slide" Target="/ppt/slides/slide1.xml" Id="R1082e53478ed4d63" /><Relationship Type="http://schemas.openxmlformats.org/officeDocument/2006/relationships/slide" Target="/ppt/slides/slide2.xml" Id="R520bffe409d34680" /><Relationship Type="http://schemas.openxmlformats.org/officeDocument/2006/relationships/slide" Target="/ppt/slides/slide3.xml" Id="Rc997131637524528" /><Relationship Type="http://schemas.openxmlformats.org/officeDocument/2006/relationships/slide" Target="/ppt/slides/slide4.xml" Id="Raf112e90aeaf41e8" /><Relationship Type="http://schemas.openxmlformats.org/officeDocument/2006/relationships/slide" Target="/ppt/slides/slide5.xml" Id="R9b39594f2f6c4248" /><Relationship Type="http://schemas.openxmlformats.org/officeDocument/2006/relationships/slide" Target="/ppt/slides/slide6.xml" Id="Rcceff0c740e749af" /><Relationship Type="http://schemas.openxmlformats.org/officeDocument/2006/relationships/slide" Target="/ppt/slides/slide7.xml" Id="R6de9cd5ae1d54bc5" /><Relationship Type="http://schemas.openxmlformats.org/officeDocument/2006/relationships/slide" Target="/ppt/slides/slide8.xml" Id="Rd59d1a25c56e4276" /><Relationship Type="http://schemas.openxmlformats.org/officeDocument/2006/relationships/slide" Target="/ppt/slides/slide9.xml" Id="R069fec441c16419c" /><Relationship Type="http://schemas.openxmlformats.org/officeDocument/2006/relationships/slide" Target="/ppt/slides/slide10.xml" Id="R28f88217bc584b5e" /><Relationship Type="http://schemas.openxmlformats.org/officeDocument/2006/relationships/slide" Target="/ppt/slides/slide11.xml" Id="Raf963c19841348ba" /><Relationship Type="http://schemas.openxmlformats.org/officeDocument/2006/relationships/slide" Target="/ppt/slides/slide12.xml" Id="R7a4da133c90e4428" /><Relationship Type="http://schemas.openxmlformats.org/officeDocument/2006/relationships/slide" Target="/ppt/slides/slide13.xml" Id="R865d7c6bfc7d4fc7" /><Relationship Type="http://schemas.openxmlformats.org/officeDocument/2006/relationships/slide" Target="/ppt/slides/slide14.xml" Id="R2f0a764c3dac4209" /><Relationship Type="http://schemas.openxmlformats.org/officeDocument/2006/relationships/slide" Target="/ppt/slides/slide15.xml" Id="R8d3a7aae0f8345d6" /><Relationship Type="http://schemas.openxmlformats.org/officeDocument/2006/relationships/slide" Target="/ppt/slides/slide16.xml" Id="Racb57f9bfa344794" /><Relationship Type="http://schemas.openxmlformats.org/officeDocument/2006/relationships/slide" Target="/ppt/slides/slide17.xml" Id="R517214bd54a6469d" /><Relationship Type="http://schemas.openxmlformats.org/officeDocument/2006/relationships/slide" Target="/ppt/slides/slide18.xml" Id="R3f98cbdba733485e" /><Relationship Type="http://schemas.openxmlformats.org/officeDocument/2006/relationships/slide" Target="/ppt/slides/slide19.xml" Id="Rbbddfd655ac94694" /><Relationship Type="http://schemas.openxmlformats.org/officeDocument/2006/relationships/slide" Target="/ppt/slides/slide20.xml" Id="R1b85f259d5e944e6" /><Relationship Type="http://schemas.openxmlformats.org/officeDocument/2006/relationships/slide" Target="/ppt/slides/slide21.xml" Id="R73f45e170ce74489" /><Relationship Type="http://schemas.openxmlformats.org/officeDocument/2006/relationships/slide" Target="/ppt/slides/slide22.xml" Id="Ra1ce8ce4125b477a" /><Relationship Type="http://schemas.openxmlformats.org/officeDocument/2006/relationships/slide" Target="/ppt/slides/slide23.xml" Id="Rfa44b574e13c42a8" /><Relationship Type="http://schemas.openxmlformats.org/officeDocument/2006/relationships/slide" Target="/ppt/slides/slide24.xml" Id="R61e0adc9a8154e49" /><Relationship Type="http://schemas.openxmlformats.org/officeDocument/2006/relationships/slide" Target="/ppt/slides/slide25.xml" Id="Raccdaffa348d454a" /><Relationship Type="http://schemas.openxmlformats.org/officeDocument/2006/relationships/slide" Target="/ppt/slides/slide26.xml" Id="R09d32ab34dda4d2f" /><Relationship Type="http://schemas.openxmlformats.org/officeDocument/2006/relationships/slide" Target="/ppt/slides/slide27.xml" Id="Rc6c65d83243d4785" /><Relationship Type="http://schemas.openxmlformats.org/officeDocument/2006/relationships/slide" Target="/ppt/slides/slide28.xml" Id="Rfb81f9a48cfc461f" /><Relationship Type="http://schemas.openxmlformats.org/officeDocument/2006/relationships/slide" Target="/ppt/slides/slide29.xml" Id="Re92bfd87afde4976" /><Relationship Type="http://schemas.openxmlformats.org/officeDocument/2006/relationships/slide" Target="/ppt/slides/slide30.xml" Id="R27988fee011e47dc" /><Relationship Type="http://schemas.openxmlformats.org/officeDocument/2006/relationships/slide" Target="/ppt/slides/slide31.xml" Id="R505fb55a8aea4fba" /><Relationship Type="http://schemas.openxmlformats.org/officeDocument/2006/relationships/slide" Target="/ppt/slides/slide32.xml" Id="Rd626eaeb92e34212" /><Relationship Type="http://schemas.openxmlformats.org/officeDocument/2006/relationships/slide" Target="/ppt/slides/slide33.xml" Id="R8ed54698049342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a28552a48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fa08c8fb4646f5" /><Relationship Type="http://schemas.openxmlformats.org/officeDocument/2006/relationships/notesMaster" Target="/ppt/notesMasters/notesMaster1.xml" Id="R8629c61733c94e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02edc26e8c4690" /><Relationship Type="http://schemas.openxmlformats.org/officeDocument/2006/relationships/notesMaster" Target="/ppt/notesMasters/notesMaster1.xml" Id="R5a8e5d8808994c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14499c792143ad" /><Relationship Type="http://schemas.openxmlformats.org/officeDocument/2006/relationships/notesMaster" Target="/ppt/notesMasters/notesMaster1.xml" Id="Rf25e9f4729d541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20aeda1da846f0" /><Relationship Type="http://schemas.openxmlformats.org/officeDocument/2006/relationships/notesMaster" Target="/ppt/notesMasters/notesMaster1.xml" Id="Rbb3082d36add4f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07a1061d744e4f" /><Relationship Type="http://schemas.openxmlformats.org/officeDocument/2006/relationships/notesMaster" Target="/ppt/notesMasters/notesMaster1.xml" Id="R6762cfd9a48a48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2f8c744da44316" /><Relationship Type="http://schemas.openxmlformats.org/officeDocument/2006/relationships/notesMaster" Target="/ppt/notesMasters/notesMaster1.xml" Id="Rad6a9ab1391f40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ac0bbcf7f74ab2" /><Relationship Type="http://schemas.openxmlformats.org/officeDocument/2006/relationships/notesMaster" Target="/ppt/notesMasters/notesMaster1.xml" Id="R3f3a28947ea340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223fa60bd94c6b" /><Relationship Type="http://schemas.openxmlformats.org/officeDocument/2006/relationships/notesMaster" Target="/ppt/notesMasters/notesMaster1.xml" Id="Rb7ef7d896a1846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e0bbdea2a946c5" /><Relationship Type="http://schemas.openxmlformats.org/officeDocument/2006/relationships/notesMaster" Target="/ppt/notesMasters/notesMaster1.xml" Id="R419edcfaeec647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1fe7df5bc242c0" /><Relationship Type="http://schemas.openxmlformats.org/officeDocument/2006/relationships/notesMaster" Target="/ppt/notesMasters/notesMaster1.xml" Id="R669c82cf31814c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103a581a8f4e61" /><Relationship Type="http://schemas.openxmlformats.org/officeDocument/2006/relationships/notesMaster" Target="/ppt/notesMasters/notesMaster1.xml" Id="Rdd9d94c6772d4d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20ce2aef624853" /><Relationship Type="http://schemas.openxmlformats.org/officeDocument/2006/relationships/notesMaster" Target="/ppt/notesMasters/notesMaster1.xml" Id="Rf7c917585fe246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3f84cd7f2d41f8" /><Relationship Type="http://schemas.openxmlformats.org/officeDocument/2006/relationships/notesMaster" Target="/ppt/notesMasters/notesMaster1.xml" Id="R1d5240e55fe345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fbb54410dc4af6" /><Relationship Type="http://schemas.openxmlformats.org/officeDocument/2006/relationships/notesMaster" Target="/ppt/notesMasters/notesMaster1.xml" Id="R6ce01d99eac344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976001601640e9" /><Relationship Type="http://schemas.openxmlformats.org/officeDocument/2006/relationships/notesMaster" Target="/ppt/notesMasters/notesMaster1.xml" Id="R71d18e3262324f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93d66a0bf54b38" /><Relationship Type="http://schemas.openxmlformats.org/officeDocument/2006/relationships/notesMaster" Target="/ppt/notesMasters/notesMaster1.xml" Id="Rb13315babfad43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59db921a7b4796" /><Relationship Type="http://schemas.openxmlformats.org/officeDocument/2006/relationships/notesMaster" Target="/ppt/notesMasters/notesMaster1.xml" Id="R560cd28a99c048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f29889c14543b3" /><Relationship Type="http://schemas.openxmlformats.org/officeDocument/2006/relationships/notesMaster" Target="/ppt/notesMasters/notesMaster1.xml" Id="Rf911783ec2a046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74a52b04ce4471" /><Relationship Type="http://schemas.openxmlformats.org/officeDocument/2006/relationships/notesMaster" Target="/ppt/notesMasters/notesMaster1.xml" Id="R969c926d3a9948c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ccbe4624834db8" /><Relationship Type="http://schemas.openxmlformats.org/officeDocument/2006/relationships/notesMaster" Target="/ppt/notesMasters/notesMaster1.xml" Id="Rcb48d77aa51e4d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6428ee684ba4879" /><Relationship Type="http://schemas.openxmlformats.org/officeDocument/2006/relationships/notesMaster" Target="/ppt/notesMasters/notesMaster1.xml" Id="R1252ba3d1c3b46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f4e2f377f146f1" /><Relationship Type="http://schemas.openxmlformats.org/officeDocument/2006/relationships/notesMaster" Target="/ppt/notesMasters/notesMaster1.xml" Id="R94dda40d6e7744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167af0421d4f3b" /><Relationship Type="http://schemas.openxmlformats.org/officeDocument/2006/relationships/notesMaster" Target="/ppt/notesMasters/notesMaster1.xml" Id="R51526bd5fe0a46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f0d250b07343f8" /><Relationship Type="http://schemas.openxmlformats.org/officeDocument/2006/relationships/notesMaster" Target="/ppt/notesMasters/notesMaster1.xml" Id="R9a7de8d255c64e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8189b1bd9ae4f46" /><Relationship Type="http://schemas.openxmlformats.org/officeDocument/2006/relationships/notesMaster" Target="/ppt/notesMasters/notesMaster1.xml" Id="R26c3980e80d24b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77ac3c8d12841ee" /><Relationship Type="http://schemas.openxmlformats.org/officeDocument/2006/relationships/notesMaster" Target="/ppt/notesMasters/notesMaster1.xml" Id="R9ead41d092d6450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868052c4314a76" /><Relationship Type="http://schemas.openxmlformats.org/officeDocument/2006/relationships/notesMaster" Target="/ppt/notesMasters/notesMaster1.xml" Id="R5cdf6f03b0e44f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c9cd36d067f4bf9" /><Relationship Type="http://schemas.openxmlformats.org/officeDocument/2006/relationships/notesMaster" Target="/ppt/notesMasters/notesMaster1.xml" Id="R09a758c8f5df4e9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b1c0cb2340349da" /><Relationship Type="http://schemas.openxmlformats.org/officeDocument/2006/relationships/notesMaster" Target="/ppt/notesMasters/notesMaster1.xml" Id="Rc968c17104214a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77f387204f3436c" /><Relationship Type="http://schemas.openxmlformats.org/officeDocument/2006/relationships/notesMaster" Target="/ppt/notesMasters/notesMaster1.xml" Id="R5bc9496ee2c7478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394c01995da4b0d" /><Relationship Type="http://schemas.openxmlformats.org/officeDocument/2006/relationships/notesMaster" Target="/ppt/notesMasters/notesMaster1.xml" Id="Ra333e9a4365447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3e00fdaef9c4403" /><Relationship Type="http://schemas.openxmlformats.org/officeDocument/2006/relationships/notesMaster" Target="/ppt/notesMasters/notesMaster1.xml" Id="Rd25b8fe7b8854c3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11799f1defa4fe1" /><Relationship Type="http://schemas.openxmlformats.org/officeDocument/2006/relationships/notesMaster" Target="/ppt/notesMasters/notesMaster1.xml" Id="R0024b2240b3549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教學提示：用簡單交易表說明資料整理與編碼。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教學提示：延續 Week 10 指標，帶學生讀懂實際輸出。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教學提示：以金融服務案例練習解讀與風險界線。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67–113 頁，重整交易資料格式、TransactionEncoder、頻繁項目集、規則輸出與結果應用；金融案例依新版規劃改寫。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e47807c0543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3bcda167594189" /><Relationship Type="http://schemas.openxmlformats.org/officeDocument/2006/relationships/slideLayout" Target="/ppt/slideLayouts/slideLayout1.xml" Id="R626e57cbf57941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6e57cbf579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79f29bd7e449b" /><Relationship Type="http://schemas.openxmlformats.org/officeDocument/2006/relationships/notesSlide" Target="/ppt/notesSlides/notesSlide1.xml" Id="R41abfc9b626c42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d68b8991a40dc" /><Relationship Type="http://schemas.openxmlformats.org/officeDocument/2006/relationships/notesSlide" Target="/ppt/notesSlides/notesSlide2.xml" Id="Rc0f5cde1e88b41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436699a2b46e6" /><Relationship Type="http://schemas.openxmlformats.org/officeDocument/2006/relationships/notesSlide" Target="/ppt/notesSlides/notesSlide3.xml" Id="R15906fb9ba3c4d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428fe22e344ed" /><Relationship Type="http://schemas.openxmlformats.org/officeDocument/2006/relationships/notesSlide" Target="/ppt/notesSlides/notesSlide4.xml" Id="R0618560b7c8f45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c0b9a767d45a4" /><Relationship Type="http://schemas.openxmlformats.org/officeDocument/2006/relationships/notesSlide" Target="/ppt/notesSlides/notesSlide5.xml" Id="Rb4b1aafe02c043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b291aab0e4920" /><Relationship Type="http://schemas.openxmlformats.org/officeDocument/2006/relationships/notesSlide" Target="/ppt/notesSlides/notesSlide6.xml" Id="Rb8805370cd4845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48b2986134ef1" /><Relationship Type="http://schemas.openxmlformats.org/officeDocument/2006/relationships/notesSlide" Target="/ppt/notesSlides/notesSlide7.xml" Id="Rfc2d9aafe3b541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daca51a7347ab" /><Relationship Type="http://schemas.openxmlformats.org/officeDocument/2006/relationships/notesSlide" Target="/ppt/notesSlides/notesSlide8.xml" Id="Re78dbd5775f946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7e3ec8fba4af4" /><Relationship Type="http://schemas.openxmlformats.org/officeDocument/2006/relationships/notesSlide" Target="/ppt/notesSlides/notesSlide9.xml" Id="Re2494a9ca10d4f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a3456cac9417f" /><Relationship Type="http://schemas.openxmlformats.org/officeDocument/2006/relationships/notesSlide" Target="/ppt/notesSlides/notesSlide10.xml" Id="R1069858af94a49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f3df1bc6a4abe" /><Relationship Type="http://schemas.openxmlformats.org/officeDocument/2006/relationships/notesSlide" Target="/ppt/notesSlides/notesSlide11.xml" Id="R87969683db364b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611a786ef4b6f" /><Relationship Type="http://schemas.openxmlformats.org/officeDocument/2006/relationships/notesSlide" Target="/ppt/notesSlides/notesSlide12.xml" Id="R09dec23393044c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100e1b1f9411b" /><Relationship Type="http://schemas.openxmlformats.org/officeDocument/2006/relationships/notesSlide" Target="/ppt/notesSlides/notesSlide13.xml" Id="R1dfeabedcc8b47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173219ad34db3" /><Relationship Type="http://schemas.openxmlformats.org/officeDocument/2006/relationships/notesSlide" Target="/ppt/notesSlides/notesSlide14.xml" Id="R3eae27526b6442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477c83c6a4dcb" /><Relationship Type="http://schemas.openxmlformats.org/officeDocument/2006/relationships/notesSlide" Target="/ppt/notesSlides/notesSlide15.xml" Id="Ra7447eeb29fe40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c17ecf198451e" /><Relationship Type="http://schemas.openxmlformats.org/officeDocument/2006/relationships/notesSlide" Target="/ppt/notesSlides/notesSlide16.xml" Id="Ra9613f95124e4c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6016b6b4f47d3" /><Relationship Type="http://schemas.openxmlformats.org/officeDocument/2006/relationships/notesSlide" Target="/ppt/notesSlides/notesSlide17.xml" Id="R3a517865345e41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63b130db847b1" /><Relationship Type="http://schemas.openxmlformats.org/officeDocument/2006/relationships/notesSlide" Target="/ppt/notesSlides/notesSlide18.xml" Id="R53147122edd74e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7e7b0086b4ed3" /><Relationship Type="http://schemas.openxmlformats.org/officeDocument/2006/relationships/notesSlide" Target="/ppt/notesSlides/notesSlide19.xml" Id="Rfb58282ef12248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0458a0a4b46b7" /><Relationship Type="http://schemas.openxmlformats.org/officeDocument/2006/relationships/notesSlide" Target="/ppt/notesSlides/notesSlide20.xml" Id="R5967dcf024134a8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f58b5e14349c9" /><Relationship Type="http://schemas.openxmlformats.org/officeDocument/2006/relationships/notesSlide" Target="/ppt/notesSlides/notesSlide21.xml" Id="Ra04e34a3f30743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f995b9d224624" /><Relationship Type="http://schemas.openxmlformats.org/officeDocument/2006/relationships/notesSlide" Target="/ppt/notesSlides/notesSlide22.xml" Id="R89dbf42728214e6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27e68fec748b2" /><Relationship Type="http://schemas.openxmlformats.org/officeDocument/2006/relationships/notesSlide" Target="/ppt/notesSlides/notesSlide23.xml" Id="R1f92dd759416409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896f9e74b4d17" /><Relationship Type="http://schemas.openxmlformats.org/officeDocument/2006/relationships/notesSlide" Target="/ppt/notesSlides/notesSlide24.xml" Id="Rdf7c38ca4ccc46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5f176aa494ad1" /><Relationship Type="http://schemas.openxmlformats.org/officeDocument/2006/relationships/notesSlide" Target="/ppt/notesSlides/notesSlide25.xml" Id="R65eb97a42267494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a473b968c4272" /><Relationship Type="http://schemas.openxmlformats.org/officeDocument/2006/relationships/notesSlide" Target="/ppt/notesSlides/notesSlide26.xml" Id="R1706cbcc3122440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bcd7181994535" /><Relationship Type="http://schemas.openxmlformats.org/officeDocument/2006/relationships/notesSlide" Target="/ppt/notesSlides/notesSlide27.xml" Id="R4fa68b36b9b9405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891b5cd624733" /><Relationship Type="http://schemas.openxmlformats.org/officeDocument/2006/relationships/notesSlide" Target="/ppt/notesSlides/notesSlide28.xml" Id="R86828edc329544c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6d00a138b43e2" /><Relationship Type="http://schemas.openxmlformats.org/officeDocument/2006/relationships/notesSlide" Target="/ppt/notesSlides/notesSlide29.xml" Id="Rf7e5bc931d3c4a9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3fadd5e2b47fb" /><Relationship Type="http://schemas.openxmlformats.org/officeDocument/2006/relationships/notesSlide" Target="/ppt/notesSlides/notesSlide30.xml" Id="Re81580767995410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483cdf61746e6" /><Relationship Type="http://schemas.openxmlformats.org/officeDocument/2006/relationships/notesSlide" Target="/ppt/notesSlides/notesSlide31.xml" Id="R5d8b02c49ef6481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c58bd3e3c4629" /><Relationship Type="http://schemas.openxmlformats.org/officeDocument/2006/relationships/notesSlide" Target="/ppt/notesSlides/notesSlide32.xml" Id="R2c83208512d8421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7669c5be740a2" /><Relationship Type="http://schemas.openxmlformats.org/officeDocument/2006/relationships/notesSlide" Target="/ppt/notesSlides/notesSlide33.xml" Id="R8a9337fdbcb14e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D852D-554D-4842-8D9A-7E9AF6F6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34432-29EF-4614-9EEA-AE7A653D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11｜交易資料關聯分析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9FB43-16D3-4384-8D4A-B5E5426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7A94C-7DE6-48CF-903A-B3FF7B5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D265D-2228-4BF3-8732-634D0C18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17FB2-C0FE-4ED4-8C1D-87F5D539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本週任務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9C763-BE43-4E44-9ED7-0703BCE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把交易明細整理成可分析資料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3905F-2C46-4282-A8E2-6B11206E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A1B92-3468-4DDE-88AF-D6EF0A85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94B69-C9D2-4C57-832E-48DCD6B9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定義交易、編碼項目、產生規則、解讀結果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03272-1C96-49D9-9C90-FA9EF84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C6174-FA65-4D51-807F-26A26C56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74E0E-1224-4A35-9378-7988980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能看懂輸入資料與規則輸出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7F3F7-D2B3-42ED-9814-36F2DE98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A2857-7BF3-4F07-ABAA-F71ED818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課程定位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B1A40-1941-45AA-8545-A20177D7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承接 Week 10 的關聯規則概念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50BCE-B43B-4EB9-9535-3BFE37FD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3632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28D7D-02AA-43C3-82D0-392A7FD6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FAF81-D18C-4820-B90B-37D4FFD6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從問題開始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A7C8C-7989-4766-9D6B-D1BBF0A4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6212A-9443-43F7-869B-BDF1DE36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74357-469D-4C1A-8D7B-654257E8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563A1-B837-45BC-ADC6-3E703A86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業務問題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B6C25-A7C2-40C0-B3FF-7F99B6B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哪些商品、服務或事件常一起出現？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36B06-0BE7-4C69-977A-864F2A0F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847F8-184B-49A5-9B58-0BD10F3D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分析對象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DB016-D400-4604-A6CF-7ABEF07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同一筆交易中的項目組合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E8B46-E04F-462B-89E3-75E8E291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A2F31-B2B1-4F3B-B5C3-4C37E958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預期輸出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43493-54F5-4B0C-A883-5245A4F8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具方向與指標的關聯規則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01903-FB54-48A2-8AA8-BE92EA4F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95B62-7AE6-492D-95ED-A4FF6F4B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使用方式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3DF61-6341-43DC-B79F-2EE9F0C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規則提供決策線索，仍需人工判斷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D7806-B7D2-45D8-BAED-E07DF63B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34826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D00CE-BA87-4045-8966-918E97B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16BFF-6688-4CC7-99E7-2BD7ED87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三種資料層級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5F6A0-3AC9-4910-8FD5-D0AE84F1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17122-17F6-416C-BE8E-92296C2C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846C9-820F-4138-9170-EBF08D06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79C54-F3B4-43AC-9889-6596292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自建資料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44507-D2CF-4357-A82D-C3DBC5CC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為練習而建立的小型資料集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DC2F5-A918-4BF6-9D19-56C7678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7B574-FC60-44CD-A851-40EE327D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玩具資料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1CDEC-7F15-4706-8210-7AD45AFA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教材或套件提供的示範資料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8B2DA-D02E-4BA9-8185-BE1932F2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39AA2-C0E6-4D3A-B5FE-9950A672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真實資料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6F91F-C255-4BD9-884D-AC5E2B44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來自交易系統、CRM 或服務流程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A698E-EB64-431E-86AA-BEECF09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FE5D9-897D-4D3A-9EBA-5D9781AB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學習順序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BB4A5-123C-4917-9EAA-A58C750A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先用小資料看懂，再處理真實資料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4BC59-3D89-4648-9B7F-CEAC15D4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12275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EA305-B9EA-49FA-AD0D-68C9E13A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CEC31-8417-4B5F-9FA8-F428BBDB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交易資料的長相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CBD93-7EC4-47C3-93AA-D781BE78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67293-58E5-42DB-8065-5253DFC7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C1BE9-3BE6-4AE8-8646-507B022C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2F305-1EA3-457D-9EC8-6088CC74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交易編號 TID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C2392-0DB8-4974-A1C8-7BC1BAAE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識別一次交易或一個觀察單位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3B7E-8EC5-4534-B81A-F7C228C6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0DE57-F528-407C-A693-10178B08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項目 Items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8210B-2878-4FD5-9169-3FF20C65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同一交易包含的商品、服務或事件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481C8-6F24-44C5-872C-493D5A78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A7B4B-4C21-41FF-9980-4B810297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基本規則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783D2-C207-4FAF-AF83-B048A558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每筆交易至少有一個項目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78750-D861-4D9C-9C5E-76ADE3B8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BF02C-0284-4414-9CAF-8A867BC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重要前提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41E89-2EA8-40CC-A713-112EFBBD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相同項目名稱必須一致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87220-1CE3-495E-B1A7-29A532F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16164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91E0B-4954-4CEB-88F8-B5493108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BF0FA-6707-4D8A-B3CD-CA627C4C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交易單位的選擇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1358E-6EAF-4C0B-BA06-B3C15EF9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EF7BE-5CCA-4B9D-8908-140EF5A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C475B-A140-4D27-90C7-483D00B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56B5F-9BBD-4D04-8483-1B3BAEA1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零售情境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F3181-14C4-403E-9939-44D22107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一張發票可視為一筆交易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60B97-DE9A-4FA6-84BE-2324E45B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137CB-A76C-4461-BC47-C9B7B001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銀行情境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08CA4-3E01-49B5-8EAF-6BD44B0B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一位客戶一個月的服務集合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26E6C-73B5-43A3-A2CB-30FF946C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8293B-5F2F-494C-985B-117366DA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風險情境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700E4-7CA3-4E4B-B70B-B7FF07F1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一筆案件中出現的警示事件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5B72D-CA7F-4270-B0CD-EBE4D0CF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2CA2A-DC42-4633-A675-6D173982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影響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59CDB-7E7C-4F9E-A64B-81C5158C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交易單位改變，規則意義也會改變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79E32-352A-4C19-9F3A-C566729F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9859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1123E-18BA-47DE-BE19-B4F3E323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16B10-EBF4-40CE-A146-D59A8222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從明細表到交易籃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A3464-DCC1-4390-9C8E-9CB9D305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AA9F9-BCD5-45C7-8EF1-D86D98A0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0359-B374-4DAF-A94A-08A2410D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51C5E-29D9-4C09-A13A-EBEACCF3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原始明細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BD17E-7A2E-4BFA-81ED-DE27F7A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一列記錄一個交易與一個項目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B6BF4-EBEF-4CF7-BCE7-984A2D2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9B726-05C6-4095-B5CE-DB8D511F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整理動作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29EFB-7EC8-449A-8290-8F6EE508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依交易編號把項目集合起來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FE54C-5788-4586-B0AB-CC9CA80B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50DCC-13EF-47BE-8811-8300D9A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形成結果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2C301-A08E-4C9D-8DEB-EE45BFE6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每個交易編號對應一組項目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B6F03-522B-4E39-944B-C485F460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99F4B-AC37-4E7A-9350-4ADF2940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檢查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2B9C7-8840-4584-AD68-C99E9AA2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不可把不同客戶或不同期間誤合併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A3CCE-B890-4AB9-8E84-1B0C41B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9892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C05BF-5E37-430C-B2B6-419BE361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41898-F63A-40F7-9059-9D83B2D9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項目名稱要先清理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44125-CD83-48A9-A9AC-BE5CB8E2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739F7-8A2D-44F5-8457-4DFD6F07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C887B-6C7E-4ECF-A057-A036F49E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5B2B9-2866-4BC6-A66C-9A813866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同義名稱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61603-50D6-4298-8A8E-6E6E06CF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信用卡、卡片與 Credit Card 要統一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FB9F3-91F5-42AD-BB77-02E4BE56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63732-DB42-461F-90F5-AB150238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空白錯字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07081-77C6-4790-9104-1E000C25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多餘空格會形成不同項目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89811-80D3-4065-A197-18B01A97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1CCD7-61C8-4A05-BD86-2CFCC985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過細分類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2F869-C874-4D77-80D7-3727948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商品規格太細可能讓支持度過低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8B045-51F2-461E-88DE-43652261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5612C-346C-4F7D-BE81-7D4FEF73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過粗分類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17821-E910-455A-B413-C14BF22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全部合成金融商品又失去辨識力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2FB01-3F3F-4E8B-9F09-C755176C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61337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FA003-7D87-48B6-96B4-42CCB03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A3F7B-36FC-4B14-864C-893B14F1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交易編碼的概念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D50BE-DF3E-43C2-8D32-A27D20A8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DB29A-B9B6-4C58-9190-6227CDAC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BACEF-D43A-467A-8BF4-3ED99E48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D2046-5AA5-45FC-843C-AF431718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列 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164D2-9EDB-4253-9137-C282A6A4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代表一筆交易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A7E96-086E-43FE-AF28-8F88C0C6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51258-2AD1-4F77-8D93-77C98BCA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欄 Column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43992-B847-42E0-98A2-ED9008A8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代表一個可能項目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19DCF-C476-44E6-AA43-74A6D63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B0102-47EA-4641-B79B-8CA4402F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True 或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DF9AB-510D-4C02-9C2C-00D77851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該交易包含此項目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F5065-5096-4106-B0E8-DC724CB0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28D46-869A-4DA8-A8DC-E2A09FFE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False 或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C227F-997D-4761-9892-2F0B7EC5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該交易沒有此項目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DF045-D371-4E65-BB24-716C782B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55610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969D0-4B63-4344-838C-ABBCBDB0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AEAAC-5C74-4645-9DB6-12C77460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編碼小例子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C07AF-8150-4BB9-9B42-99C0128A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39124-53F9-4D28-BE6E-75D7027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38E04-A72E-4C06-915B-BC9899DA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4C8D3-36A6-4E09-B61E-55A30124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T01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9F745-867F-46AE-B964-648537B3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信用卡與行動銀行為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6C3CC-A345-49C5-8FC1-EC121C11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6A928-3B46-47C4-BC43-CE320E0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T02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8D1A0-DEEE-4829-8421-D09D8F4E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存款與基金為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ED34B-BF72-4758-9D4F-D6972393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E7F53-2B06-4AC5-9496-1D01F63E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其他欄位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0EFBF-3C81-45CF-A290-CC9F4303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未出現的項目記為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15595-5F3E-4029-94FC-C1E4397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6CD89-26A7-4E13-BD78-9F564391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92228-7811-491D-A268-D300D49C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方便計算各種項目組合的出現次數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218A8-0FCD-4650-86A4-DA8DA5E6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2083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59700-F0A7-4859-8081-385862E3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D11FE-8815-4FA2-BAF3-3F1C77DC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8F176-830E-4D21-BAF5-C4914F04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592F5-8C7E-4718-B92F-ABECC453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1052F-91D3-4692-9F21-76E6038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AC118-9181-457D-AA5B-5E5EF512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先定義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134C6-7E37-4311-BDBA-1D275666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交易單位與分析期間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15BB0-E523-4EC8-85E8-AAC071B4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4F17C-7470-4034-B396-CAAC7591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再清理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22B3A-82C3-47FD-9C3D-1C1AAFBD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統一項目名稱與分類粒度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3AFEA-E0EF-41F8-83B1-CCD3B4C8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7339D-27E7-4299-9A7D-C5B6848B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後編碼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EDC72-4E17-49D0-BBF3-4F30A6F6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轉成交易乘以項目的 0 與 1 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82B7E-0473-4DC8-A521-96F40C5C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6F24E-D972-4233-866A-5DAC2861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品質原則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783C2-98D0-4176-8C77-05BE9852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輸入定義清楚，規則才有意義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40C4D-3B8E-472C-AC13-02F99FFE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867426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81930-446A-48DC-BD5F-38DCF76C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A7030-3AE7-4905-98D9-CE46B012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E5ACD-5B29-4143-B56A-902AB5EA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A24E1-E400-413F-8070-89A5AA33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C9AF2-F832-4683-8A88-1C6ACCEA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3A2B8-70F5-4AC2-8E0D-17EA3C0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FF9E4-6AEE-4A77-BAEA-608CDE7A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交易表的一列通常代表？（A 一筆交易　B 一個項目名稱）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CE910-AF74-4229-BEE4-9CBA190A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項目名稱是否要統一？（A 要　B 不用）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131A0-FEB8-4233-876A-75E1076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編碼中的 1 表示？（A 有該項目　B 資料錯誤）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4DD2D-3835-4F5F-80C6-6167A3D8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不同交易可否任意合併？（A 可以　B 不可以）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5C85B-3AEA-4127-B890-9E6ECA5F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交易單位會影響規則嗎？（A 會　B 不會）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EAF01-1F8F-48CC-882A-1B5D1601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44CBA-2BE6-4BF4-8DD9-EA5186C8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4-B　5-A</a:t>
            </a:r>
          </a:p>
        </p:txBody>
      </p:sp>
    </p:spTree>
    <p:extLst>
      <p:ext uri="{BB962C8B-B14F-4D97-AF65-F5344CB8AC3E}">
        <p14:creationId xmlns:p14="http://schemas.microsoft.com/office/powerpoint/2010/main" val="5126137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A6D43-C006-438A-9AFB-69E3BB74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385A9-7CCB-4FE6-965E-B463FE1A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第二節｜產生頻繁項目集與規則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D722E-4965-4D08-BD3D-4F528F0A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EAB42-B749-4DAE-B07C-45B70E58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D0CBC-D6C1-41A4-AA1C-61D717D1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ACB82-5015-4D07-A259-8B064DD5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C3303-1CB2-4E5C-B129-5BC91EFB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設定最小支持度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288CF-0723-4FFC-9BD1-9458041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9CC7B-8C82-47E2-80A9-7BACDA3C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F3CBF-15A4-4193-8EE7-10B20AB5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找出達標的頻繁項目集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04676-235E-4EA6-8FC6-DD932ECB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F3309-CDF3-42AC-AB6E-AE184CA8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第三步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B0272-B538-40EF-BD15-4FBEC6B7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產生規則並檢查信賴度與提升度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B6B83-FCE2-4DCE-B28C-4C73471B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69442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A940B-80D0-44C5-A47F-0066B99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B1DC7-85B1-4305-B1EA-E58B0478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最小支持度的角色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3D221-0643-4531-997C-E57AABBB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0CBC4-3026-4192-8716-565A7287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CA6B6-5F81-4398-984E-996EECE1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427C9-A560-4BCD-9BD0-782AF719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門檻意義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FA9DD-D4A9-42E3-B877-8BB6CDDC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項目組合至少要多常出現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A7BE9-5FEA-4CB0-AEDF-C30ADBC7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65CC1-D3D0-4D97-BA4E-AE34143A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門檻太低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1CD51-CECB-4E18-88EA-F0C33836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候選組合與雜訊都會增加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026FF-D918-47FB-8B71-BB36B07D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E9734-DD5E-4E48-975F-BD739226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門檻太高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3220D-DA18-4153-B131-2F8A897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可能漏掉少見但有價值的組合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19961-E8CC-433E-BA7E-087B11D7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1F3A2-42D9-4B6A-A555-BCAE45A9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設定依據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5AF71-60B1-4976-88AA-DEFC767E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資料量、分析目的與業務風險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F8863-88F4-4FA8-893F-4FE45255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241272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6D82B-3506-43D7-93CB-653FBA85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1B8A5-089B-4B0F-BA14-97134AC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頻繁項目集的輸出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0C7FD-BE7B-4D42-B329-557E4285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3BD60-7C6D-4DA1-8110-87133871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6F701-9B81-4E4B-880E-5A47A57C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CB3CA-CA40-4D8F-9F4E-E5A46078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項目集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54F08-E3FB-4839-9908-7A90B5F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例如信用卡與行動銀行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4BFD4-E7E2-4DC1-81E7-23B18FDD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712B2-1EF9-4D95-8628-8819C538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支持度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C4FE4-F81B-4B3E-8B73-B6CFC71F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該組合占全部交易的比例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93C43-CA36-4DD2-BF38-B32408D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74368-42DB-4F0F-8714-311B8DE7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長度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76E4B-2036-47A4-AA46-A2A8F9E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包含兩項、三項或更多項目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59D4B-684D-4F11-993C-199A7D87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A9BE5-A901-4004-BD61-F0618558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C8EA8-1AD7-467E-BCA3-45B64277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頻繁項目集尚未指定規則方向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57AD5-69D8-406B-9D99-DE193FAD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175881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0A823-8632-4493-8D1F-774C9A1A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78DA7-EC25-43AD-AED3-9BB6102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從項目集產生規則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121B5-97CD-4F55-BB1D-A4BD81D6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48AFE-1D15-42FB-A551-1DF51AE7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2441A-B392-4403-ABCB-52ADFCFF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A50BB-2AC9-4FDA-BEAB-E0F0977D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二項目集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07784-C2E9-45EB-A599-B2E9FCFF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可形成 X 對應 Y 與 Y 對應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8869E-45F6-4A95-89C6-60BF9FE7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9AE11-737E-46EC-88D7-83E0423D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三項目集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07362-B319-4491-AE72-AD8FC7A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可以拆成多種前件與後件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88A65-F9D5-4414-8DE7-84D8214F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649AB-6CA5-470E-AC47-063E86DF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支持度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9DB9A-B888-4981-9141-976EFB21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同一項目集產生的規則相同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39CE-7BB7-4FB7-9BD1-B4BEF99E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D7A2F-21BA-4A61-BA79-03384BFB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信賴度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389ED-D595-487D-9E50-66DFB8DE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方向不同時通常會改變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99E33-0A21-45BA-8579-947FF3E7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73601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E5C05-CCA0-43B4-AF9F-E5D511DD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AA5D7-EE5A-4A01-9124-EDEDDDFE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最小信賴度的角色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35D1A-48DF-4B4F-A751-2B4442E3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92757-216B-431E-9161-763FE259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4F629-2102-45B9-B2D8-FA3C6022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E517F-35FF-4693-9864-3D077823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門檻意義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C8A4F-2E0A-49E8-A99C-341E616D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出現前件後，後件至少多常出現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9FBAD-F783-4FA2-B438-47AC66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43E06-DB02-45A6-8094-39A7F80D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篩選效果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FB029-EC9C-4403-A751-990519CA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移除條件比例不足的規則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E0374-CB32-45A1-8674-0605575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E4CCF-02D8-42EB-83EC-FEB39BE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不能單看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6B4B8-FA82-4A0C-89E3-F64431EB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後件原本很常見時可能誤導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9C34B-B394-482C-992E-986927A4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DEA39-A07D-4D23-9424-7EDD3D91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搭配指標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7FE9D-E945-4FFE-A86C-3544E61B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以提升度比較後件的基準率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8EE29-234A-453C-BCCA-342F4B5E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310214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2DDDC-5EB6-4B44-9C26-2544B047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93D58-308A-4984-977F-E4611374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讀懂一列規則輸出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57AEF-145D-47F1-9FED-38C023D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84FCD-7777-447F-A595-41BE8EB4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12161-65F7-434C-8499-C3AE4E1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8066E-3127-43E0-B24E-81DAAA4F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antecedents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43754-E025-4F70-B701-5EF30105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規則左側的前件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618AE-5665-4B09-AA14-166B4CC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D998F-24F6-45E9-80D8-4260E82D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consequents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A4BFC-EDCA-4CD7-9679-1247F331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規則右側的後件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6F894-E4DF-4195-8B9E-091C7582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41E93-5A27-40DF-8D94-BB084CF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5EEBA-7425-406A-8A8B-4586F2A9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前件與後件共同出現比例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D5690-9356-4E20-A311-1B8F9348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494DD-88FE-4E04-80EC-D46CCCA0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confidence 與 lift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C90B3-ECE7-4B23-A79E-16D18314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條件比例與相對基準強度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8F415-E52C-495B-B675-6244112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062674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00AA1-02AD-4489-9907-531F1FB3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474A9-629D-492C-9048-C0988597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規則表示方式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3E050-94EC-42E4-8EA5-2978FD29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47000-37B7-4ABC-8C16-E5FDD093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74487-5FBC-478E-B7F8-AED3EB54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A41DA-A0F0-4FD5-AAC5-E63B5174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標準形式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62C90-AD96-49D4-A12C-03F8ECA8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X 對應 Y，後接三個評估指標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78D68-4BEA-44FE-A77D-33961FE0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AC144-388C-40E6-A23D-24AD55C6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範例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8DAD6-950C-441D-8C7E-D20505EC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Nike 對應 Fila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65657-A15D-48D7-8541-D3BE3259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B6CD5-F349-4241-9180-F8DBE1D9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支持度 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9FEB3-9274-4CD2-A8BC-7E3B6101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全部交易中有 30% 同時出現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4617A-6A6A-4C84-91C1-670A2FE7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5AB78-0799-4516-AE7A-D23E99B1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信賴度 75%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E168A-47C8-4379-8DCD-047DDE43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買 Nike 的交易有 75% 也買 Fila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E4BC7-D268-459F-BD1E-759C308C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856732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2F867-0F11-4E72-A9D6-B8551CF4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DC8DC-9DC7-4A65-8CE8-B02EE6CF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提升度的補充解讀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8619C-7442-45B6-A576-1DB4AC2F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D6A16-3D44-4605-B0C3-0C8D7D83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00C41-382F-49D4-A78C-F99C03DC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7BA30-CC28-48C7-9E42-40322FED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提升度 1.25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4DCA2-49B9-4E4C-815E-67CC9FAA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條件出現率是基準率的 1.25 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D743F-4DA6-4580-8403-C16C65A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C59F6-4BBF-4E46-A543-2D8BFB9B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大於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1E08A-A9E0-4356-BC6E-0C648E9D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前件出現時，後件相對更常出現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A8C13-03F4-48E2-8807-82DD606A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4F170-1190-40D5-A416-9374CB1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接近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B0056-B0B5-42EC-BC31-0F815958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規則提供的額外資訊有限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B22A7-D1AA-473A-8613-FBEB206E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61C8C-E1F4-4148-B1BA-CD27AA3E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仍要檢查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A3FFC-DB3D-4BC7-9D23-C762E35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樣本數、期間與實際可行性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6ECA1-E408-4279-93AC-52472665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814618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18D32-FBF5-4F4F-AC5F-D2D1D43B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91D14-E6F1-4310-8DCB-B77ADB1F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排序與篩選規則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330F1-5665-406C-AC6A-7F07507F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BE4F0-5E88-43C2-A10E-0A736C15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F424E-D7B7-414A-AF3F-65D202B5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1BDE4-24A3-4C19-9010-7E3A345F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先看支持度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2D3BF-654C-458A-B2EC-F4BB4C40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確認規則具有足夠涵蓋量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078D1-AAD7-4CF3-80F9-C92E049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086F7-366A-4FEF-93BB-65851543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再看信賴度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5D6D3-B380-476E-AAFD-F8FA3F22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了解方向性的條件比例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FE5B6-A660-43B6-A473-FD1B5FBB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06828-4E5C-4918-A897-7EDBBE66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同時看提升度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5E753-AD8E-4C2D-8FB9-AA9B13A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避免只反映熱門後件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A8929-C6B1-4B6E-AABB-6242A29F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11968-FD91-434F-B09A-6DE6FE10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最後看業務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6AF96-EC2D-44CC-BC9B-D6208103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判斷規則能否安全採用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4882A-976B-4EA0-ABED-B7653001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627481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ECBCB-1943-44C4-AC3B-4FD63C81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20792-58B3-4466-BF56-311E4F4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9DBAD-C53E-4D54-9F65-9E058136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CCFCB-FD33-492A-9205-1FF86E4A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8A908-97C3-45A7-A98C-2E37ED9A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D2A3B-DBF5-4B85-B729-9A67F2EC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頻繁項目集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68A5D-32B5-4CC4-B8E1-375A2E03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用支持度找出常見組合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6AE63-9D04-4769-BAC9-BBDDB00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3BA1C-9805-4017-9FF3-9D41EB17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關聯規則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A40E5-7DFC-4D6D-87AD-2304F4B3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由項目集拆出前件與後件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37A36-0AAD-465D-B982-B9864110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CD955-F20D-41EF-832C-9F3E73D6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三項指標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5ADE9-32A3-4632-B687-28BC2A5C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共同判斷涵蓋、條件比例與增幅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E800B-7CEA-4AE8-A848-EBF8A386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B083F-3D1F-48C7-9DFF-B3D887CC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門檻設定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181BA-E615-45C9-A910-7D3790AA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沒有唯一答案，需配合資料與目的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28BD4-F599-4E86-A785-4D9352C8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907317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9EA24-DC3A-4505-B791-E346B4A9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63518-2C47-4765-B9DC-B56CFD7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31A80-1772-416D-AD83-E00F983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6ABF5-14A1-4A39-8136-A9EBF33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F16D6-4480-4161-9BE4-DA7096ED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BB413-2220-4492-A681-6E0C4BF6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1BA00-4C30-4C2D-8DD4-94CB17F8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頻繁項目集先看哪個指標？（A 支持度　B 平均數）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9E640-A96D-424C-A01E-CA492415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項目集是否已有方向？（A 有　B 沒有）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E618F-F318-48DC-BBA4-F831A95E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方向改變時何者常改變？（A 信賴度　B 支持度）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23270-26E7-4ADE-BA97-BA4A814B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提升度接近 1 表示？（A 額外資訊有限　B 保證因果）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E514C-984F-4BE6-A9C9-368A7F74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門檻是否有唯一標準？（A 有　B 沒有）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61B03-B3A2-46E3-BE08-EEE95620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3F5E5-5DEF-498F-9E86-73958FB0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3-A　4-A　5-B</a:t>
            </a:r>
          </a:p>
        </p:txBody>
      </p:sp>
    </p:spTree>
    <p:extLst>
      <p:ext uri="{BB962C8B-B14F-4D97-AF65-F5344CB8AC3E}">
        <p14:creationId xmlns:p14="http://schemas.microsoft.com/office/powerpoint/2010/main" val="20949226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28983-BF51-4729-B873-E014D0FD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A2CBC-C1D1-47C6-96FE-7E28C27C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第三節｜結果應用與金融案例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3300B-CA2F-47EC-B4BD-75363FCF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617BD-AD9D-49D1-8725-E996196C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51E01-E74C-41D5-A930-DE01CE18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4960C-80D0-4D4C-8223-C9883435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6E10C-4133-4E90-B947-135EE42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規則清單只是起點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2B0B2-A058-4DA2-824A-8225F25E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A18AA-F003-4CFA-BB50-BA918605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解讀重點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AFE04-FFFB-435B-9B8D-B05C0EF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確認合理性、可行動性與風險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C4DD8-8177-4B29-8404-E15DD71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B15E6-7120-488A-B4FC-9CFF0423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金融案例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C66D6-9917-4695-96AC-08F95722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產品持有、數位通路與案件事件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54340-40AA-4FD3-AE88-6B5339B4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421893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C7F7E-0B1F-44C9-8F79-85AA842E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00C01-1D1C-49F7-ACFA-D2447F73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由規則回到原始交易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DBD95-87A5-4C6A-B1E9-4DA99337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5573D-0FEB-4248-864A-AD43BF4A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AE354-CB2F-4152-8634-87604601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4B86A-8954-4F29-B372-9934E18E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抽查樣本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57A32-60FB-455A-8DA5-25DC7601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查看支持規則的實際交易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9390D-4F6D-4BC4-A9A8-6F55EF5D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244A2-835D-44F6-AE9B-ED46CEC0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核對定義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89B0D-4C51-48E3-BCD9-D40ACB86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確認前件與後件沒有編碼錯誤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F77FD-7727-472F-9CA1-1E9405F4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7D6CC-B605-45A4-8927-7792A11C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觀察差異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A1D60-F401-4C9A-99A6-3504D223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比較不同客群、期間或通路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21EC3-059D-4E08-8EF5-31E04E7A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F3EC3-BA87-40EC-B549-B4F39121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目的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A695C-3C14-4848-A28B-845BDED7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排除資料整理造成的假規則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7C61B-7D83-42A3-8D85-8459A6F1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554155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94ACD-4B33-4916-8199-4ABBB5E8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B0CCF-D076-435B-9BF9-A788ED4D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產品組合案例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FF871-8E05-45E4-A94D-2BEFAB50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8D601-8B08-4633-927A-D3F2EE04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934E0-274D-47C8-8AAD-5F0EF997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85D15-B229-4565-BA9C-EBE81002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交易單位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4453D-645E-4C75-A37F-7D9A1E51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每位客戶一年內持有的產品集合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F5A9F-A0A5-4178-AF40-2C29DB8D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7590D-71F2-4CA1-A603-6D0D0377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候選前件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098F0-846D-487B-B00F-92EF65D9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薪轉存款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8B5D8-92B5-4D4C-AA77-13BB9A5B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126AD-45E7-461B-BE72-2181DAAF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候選後件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53690-29F0-4E5B-87A9-340FCF19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行動銀行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5C1F2-23E4-4678-9441-908EA317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36A3F-B16C-4FFC-B9D8-5A365CB1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可能用途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013BB-D8FE-4C30-BBBD-20ADA6EB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改善開通引導與服務說明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9B723-68D4-40D9-870C-BDC20049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94444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55FC8-5EBC-45B8-B674-1405534B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6EABB-520A-4E9B-9EF2-E1BDC996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數位通路案例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AD621-846B-4E05-94AE-72E9C4E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0258A-93CB-4A0D-B802-80F19333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570C5-8699-4D6F-AE92-1BAE4B00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850EB-1141-4A01-92C7-819FF6C0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CA534-7B8C-4BC2-A03B-385ED4AB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登入、轉帳、繳費與電子帳單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BF450-16B2-4464-A2A4-B2852468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681A5-3E76-4606-90F5-1A14025B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E42F1-FE6F-407E-85D0-F2D75229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哪些功能常被同一客戶使用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C012E-89CD-4D60-B399-541481F3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725BB-B452-4D26-BFD1-4DF2901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結果用途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0689B-186B-4D29-89E1-07BCEB95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調整導覽順序與教學內容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19770-1D3F-4CA2-9C4D-F040B7A4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1585B-B4AE-4610-8946-150C9684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3F908-952D-41ED-87E6-2CCC27C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使用頻繁不代表客戶一定滿意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4A8C1-BFE1-4262-A507-D253BF1A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085470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8CCD1-8739-4CA2-A54D-814799D9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E9BAA-8462-45ED-A3F8-0151C0C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服務流程案例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B87BA-FD3A-4349-B0C6-7C32888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E2683-4E19-4EE5-A928-DEBBE129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DE9F6-A2A4-43FD-B745-9037F3DF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18E1F-CC3E-4815-A9FA-BC6B3053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交易單位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EE7C9-B710-49F1-B5B5-5B757F5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每一件客服案件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79E59-BF5A-43C5-95C0-24AA1639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3F5AF-6F81-4C2C-A9A5-08839392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項目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D5AAB-C215-40BA-8044-D869CFCE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等待、轉接、補件與再次來電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7F959-E1A4-48DD-9CC2-A65C0366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0F0B6-55FA-4E0D-8EEA-C0CD8D9B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規則用途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559B9-DB15-4423-961D-9B63DC30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找出常共同出現的流程問題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53EA9-F0A7-4AC1-AC77-09B16B15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0D9E2-9BBF-4239-BF57-391BBFD4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後續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4FE58-CE22-40F7-A326-1B220F0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由流程人員確認原因並設計改善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FA099-E5B7-4FC6-933B-416D9870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510814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28285-6DB4-4A52-826E-8AA8C2AD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3FB7D-85C2-4C13-BB77-2D11E8A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風險事件案例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F1A87-8C42-43DA-AC15-A37AD85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F5225-95DD-420A-9F8E-40D70768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0FE94-9BF8-416A-88BC-AF7E9608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13AAA-193E-485D-B34B-E94757BC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交易單位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8A772-DCB0-4D73-94C0-5207CF59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一筆交易或一件警示案件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497CE-1981-4E1E-B558-A585E2C3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B8811-F41D-4994-AD92-4BBACD9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項目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A4AA3-A3F8-4FD5-BE12-D51B4ECC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異常地點、裝置變更與短時間多次操作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A4F08-1F54-44DC-8B14-D620431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2D421-5BC5-4833-8595-D86C9B05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分析目的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46632-6EF0-48D3-98AD-29719CF6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找出共同出現的警示組合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ECE4A-A27F-4F9F-9C64-F94FB11A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A78F1-9780-4E13-930D-6B3B892D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重要限制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BAC55-1A23-430C-A26D-E01DD943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規則不能單獨判定詐欺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E160A-F0A0-453C-B36F-826500B5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586782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BBDAA-5646-4C8E-9B3F-2A7965C2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F5464-4B25-4BC2-A442-0AF753E6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規則可能隨時間改變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83A38-6538-4BB8-8BC5-B5CD73B9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5A1CF-38FD-4411-9E16-0334B8A7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529D6-81BD-4898-AFDF-2231E781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E51CA-274D-4DEB-99C2-F3EBA646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產品改版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D03AD-DDCE-4691-ABA8-DCFDE302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新功能會改變項目共現情形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42F27-D6B4-4AC4-A4E5-370ECDE6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CF626-C977-4709-863A-8BA6E66D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客戶行為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9A3C2-8C2F-479E-920F-4914F2BC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季節、活動與市場環境會影響規則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78F6C-2620-4AE7-90ED-7085D2CF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BF69A-71B6-438D-8D76-47F2CDA7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監測方式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7467E-4111-4E29-B24E-7FA58FD6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分期間重算並比較支持度與提升度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38280-11EA-401F-A958-7BC78F15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4D862-6700-4FBA-A79A-6F4E00DC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處理原則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A4B39-F3CB-49DE-9458-F3FB6044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舊規則失效時應停止使用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0BFA8-BF68-47B5-8437-AB61C6D3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265022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43134-3D25-4A43-B270-EA381C0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C79E6-8E40-4B15-ADFC-14BB9EDB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避免錯誤應用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BD121-F203-46AD-9D60-CBD9B78F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CA2C9-C1E2-4F87-A9A2-06893BE2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4CD70-6CB8-40E2-8339-63430AD8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CDFD5-3F34-4E16-86A4-AF4F52FA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因果誤解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9D864-DBC3-4FED-85F8-863E0FC5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共同出現不代表前件造成後件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E08DD-C24B-400A-AD8B-7B3551DF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056EA-0C9A-480D-8BA4-458D3699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強迫推銷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122C9-F0EC-4704-B316-F42D9D07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規則不能取代適合度與客戶需求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58954-6C93-4C33-9E04-1A09FB5C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753EB-3981-461A-8548-82A53489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敏感推論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FD118-61F4-409E-A303-435934A4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不可從組合推測不必要的個人狀態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7975F-15BC-40A4-8DFA-C59E61A7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8396C-AFB7-4110-88F2-0B2096CE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單一門檻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1E007-558E-4E73-98E2-9D504C8A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不能只因數值達標就自動採用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3AE41-5163-414D-B9AF-1CA9E2D4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87551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B241B-9E23-460E-A960-A3FCB8CC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5BCAA-4FD1-4F05-8961-DCA3B6EB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一頁完成分析報告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AA60C-36C7-4980-8DDF-F122C11E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3505B-E65C-480E-B4D7-4E958154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A24D7-F075-468E-875B-E465B27F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C27D2-7F21-4588-A724-4FF09870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問題與資料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7776A-9E6E-4CA8-9CA2-B840AEC7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說明交易單位、期間與項目定義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E55C0-F9C1-468A-B145-6CE00B67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409D5-19F1-4E91-A2A7-15018BBD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方法設定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B6BEA-C0A8-43B0-A225-5D6D7956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列出支持度與信賴度門檻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14BC1-0DCB-46EE-BF1D-113AE441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E047B-0352-4117-AD28-5D9B5CDA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主要規則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63CD4-E2FE-45B5-B38E-E1E95691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呈現三項指標與白話解讀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B4D99-60C2-4123-9966-6E6055F1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F0902-A5F7-415F-97C8-78CA6FE3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建議與限制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1BD9A-44B1-4243-873B-FFC54A66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說明可採行動、風險與後續驗證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1E8DC-47EE-428C-8798-DA3D4712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5889479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BCB58-0ED1-4C28-A6FE-F4F6974F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C2B8E-7035-4C57-BA89-F0749FB5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11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1F719-CDF3-46BD-A125-0858A04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2B8E1-033D-47E8-8E15-D625738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2ECF1-6F6B-414D-8C39-5D1F2470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720D7-74B2-4614-91E7-EB6AE6BC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資料準備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B711F-58AD-46B6-91AA-1D2851FF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從交易明細整理成 0 與 1 的項目表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86418-E077-4890-BD31-FCEA07FF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4AA44-CA7F-495A-AA3F-D34DE4AD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FE7F1-59B5-4687-A889-428676F9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找頻繁項目集，再產生規則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63484-6471-4523-9F9E-362EFED6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67606-7CF2-49AF-9E6E-EAFDB72F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結果解讀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42BB3-B60F-4FD0-86B1-E27B59AE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一起閱讀支持度、信賴度與提升度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90FE3-9C2F-44E7-85C2-8E21E45A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CA3B6-843F-4214-8678-046F34F8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實務使用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F0FAE-1ADE-4C1E-A41F-A008BB86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先驗證資料與情境，再形成行動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E6347-E675-4780-BE57-C4E2160C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641139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6065C-E4F0-4B82-99F5-40B04A01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06BB8-DB1F-4183-92A8-F0EFD743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BB34F-EF2E-4388-9493-23AF557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F6636-1264-416F-966B-0A94B70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14EB3-FACB-4857-89BB-4F6D6C69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3B792-D719-4AF2-A91E-91592E8A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F6CBB-B6B3-4800-AD14-25F605B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規則產生後是否要抽查原始交易？（A 要　B 不用）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085A2-E4D6-4B0D-AA1F-B340A1DA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共現能否直接證明因果？（A 能　B 不能）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0384D-201A-4D90-B673-635273E7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風險規則能否單獨判定詐欺？（A 能　B 不能）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0FD8B-21A9-4748-A748-A8B8B3C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規則是否可能隨時間失效？（A 可能　B 不可能）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39E62-0CC4-4F6D-8B73-DAFDB9C9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分析報告是否要寫限制？（A 要　B 不用）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35E60-F2B4-4316-B901-41B22EDB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893CC-49FE-4992-97DB-0F59C8C3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3-B　4-A　5-A</a:t>
            </a:r>
          </a:p>
        </p:txBody>
      </p:sp>
    </p:spTree>
    <p:extLst>
      <p:ext uri="{BB962C8B-B14F-4D97-AF65-F5344CB8AC3E}">
        <p14:creationId xmlns:p14="http://schemas.microsoft.com/office/powerpoint/2010/main" val="683161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2026-09-04T07:54:25.1530000Z</dcterms:created>
  <dcterms:modified xsi:type="dcterms:W3CDTF">2026-09-04T07:54:25.1530000Z</dcterms:modified>
</coreProperties>
</file>